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SYSTEM ARCHITECTURE &amp; PIPELINE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End-to-End Processing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6916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37160"/>
          <a:lstStyle/>
          <a:p>
            <a:pPr algn="ctr"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STAGE 01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Streamlit UI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Captures raw student text, task selection, and manages state.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91740" y="3680460"/>
            <a:ext cx="411480" cy="32004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71800" y="2194560"/>
            <a:ext cx="16916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37160"/>
          <a:lstStyle/>
          <a:p>
            <a:pPr algn="ctr"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STAGE 02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Guardrails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Validates boundaries:</a:t>
            </a:r>
            <a:br/>
            <a:r>
              <a:t>10 &lt;= length &lt;= 8,000.</a:t>
            </a:r>
            <a:br/>
            <a:r>
              <a:t>Stops zero-token calls.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32020" y="3680460"/>
            <a:ext cx="411480" cy="32004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2194560"/>
            <a:ext cx="16916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37160"/>
          <a:lstStyle/>
          <a:p>
            <a:pPr algn="ctr"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STAGE 03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Prompt Engine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Injects R-T-C-F rules, role constraints, and strict schema format.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72300" y="3680460"/>
            <a:ext cx="411480" cy="32004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2194560"/>
            <a:ext cx="16916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37160"/>
          <a:lstStyle/>
          <a:p>
            <a:pPr algn="ctr"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STAGE 04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Groq LPU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Llama 3.3 70B inference with fallback to 8B on timeouts/503s.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12580" y="3680460"/>
            <a:ext cx="411480" cy="32004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0" y="2194560"/>
            <a:ext cx="16916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137160"/>
          <a:lstStyle/>
          <a:p>
            <a:pPr algn="ctr"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STAGE 05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SSE Streaming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Streams chunks directly via st.write_stream (TTFT &lt; 500ms).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0">
                <a:solidFill>
                  <a:srgbClr val="1E3A8A"/>
                </a:solidFill>
              </a:defRPr>
            </a:pPr>
            <a:r>
              <a:t>Key Engineering Takeaway: Fault isolation between Stage 02 (Validation) and Stage 04 (Inference) ensures zero API cost on bad inputs, while Stage 05 streams partial tokens for real-time responsiveness.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